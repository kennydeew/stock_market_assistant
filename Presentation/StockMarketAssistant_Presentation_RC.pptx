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3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5077" y="825103"/>
            <a:ext cx="5513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Assistant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09600" y="1663303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для анализа биржевых котировок с многопользовательским доступом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72402" y="2608064"/>
            <a:ext cx="25990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Дубровский Никита Владимирович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72402" y="2851845"/>
            <a:ext cx="25990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Заворотный Александр Александрович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72402" y="3095625"/>
            <a:ext cx="25990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Мельников Игорь Евгеньевич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72402" y="3339405"/>
            <a:ext cx="25990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Шадрин Максим Александрович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2402" y="3583186"/>
            <a:ext cx="25990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Павлов Константин Петрович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61863" y="4131766"/>
            <a:ext cx="6202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E9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04.12.2025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решение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172194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единой платформы для мониторинга котировок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решения сложные и дорогие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удобного многопользовательского доступа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104704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577084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котировки через WebSocket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интерфейс для портфелей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Многопользовательский доступ (RBAC)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рейтинги активов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системы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возможности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25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мониторинг котировок акций, облигаций, криптовалют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инвестиционными портфелями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транзакций покупки и продажи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оповещений через Email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31369"/>
            <a:ext cx="7924800" cy="9647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296073"/>
            <a:ext cx="7924800" cy="9647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Доменная модель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PortfolioAsset, Transaction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StockCardService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ShareCard, BondCard, CryptoCard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5599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8647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AssetTransaction, AssetRating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5246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8294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Role, Permission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бизнес-процессы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Мониторинг котировок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подключение через SignalR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MOEX API каждые 1.5 секунды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обновления цен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106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Управление портфелем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91632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управление портфелями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транзакций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бизнес-процессы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Система оповещений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целевых цен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уведомления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52204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Аналитика и рейтинги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0304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через Kafka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Расчет рейтингов активов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активов по периодам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(Фазы разработки)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(MVP — недели 1-3)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4781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quotes, Portfolio CRUD, Authentication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8438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(WebSocket — недели 4-6)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07243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SignalR, Email alerts, 100 concurrent 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43810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661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(Analytics — недели 7-9)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66670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ratings, Top assets, 1000 concurrent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032373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(Production — недели 10-11)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26097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audit, Monitoring,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8, ASP.NET Core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(WebSocket)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8344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1543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17+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(reports)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449550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876502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Aspire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6468963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849963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8123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8123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78969"/>
            <a:ext cx="7924800" cy="8123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Микросервисная архитектура (1/2)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0100" y="1440061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1668661"/>
            <a:ext cx="769467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для маршрутизации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00100" y="240476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" y="2633365"/>
            <a:ext cx="769467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аутентификация, RBAC авторизация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0100" y="3369469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StockCardService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" y="3598069"/>
            <a:ext cx="769467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активов, Real-time котировки через SignalR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8123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8123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78969"/>
            <a:ext cx="7924800" cy="812304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Микросервисная архитектура (2/2)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0100" y="1440061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1668661"/>
            <a:ext cx="769467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портфелями и транзакциями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00100" y="240476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AnalyticsService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" y="2633365"/>
            <a:ext cx="769467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processing, Расчет рейтингов активов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0100" y="3369469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" y="3598069"/>
            <a:ext cx="769467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уведомления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702469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52030"/>
            <a:ext cx="7924800" cy="702469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654498"/>
            <a:ext cx="7924800" cy="702469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356967"/>
            <a:ext cx="7924800" cy="702469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 (Layers)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401961"/>
            <a:ext cx="77724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1607641"/>
            <a:ext cx="777240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DTOs, SignalR Hubs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62000" y="2104430"/>
            <a:ext cx="77724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2000" y="2310110"/>
            <a:ext cx="777240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Application Services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62000" y="2806898"/>
            <a:ext cx="77724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2000" y="3012579"/>
            <a:ext cx="777240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Value Objects, Domain Services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2000" y="3509367"/>
            <a:ext cx="77724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2000" y="3715048"/>
            <a:ext cx="777240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Kafka, Redis, External APIs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PortfolioService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portfolio_asset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portfolio_asset_transaction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279335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StockCardService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174355"/>
            <a:ext cx="7620000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ShareCards, BondCards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FinancialReports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403845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419451"/>
            <a:ext cx="7620000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asset_transactions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asset_ratings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5207347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588347"/>
            <a:ext cx="7620000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roles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response: p95 &lt; 200ms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latency: &lt; 100ms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1000+ concurrent users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106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91632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Горизонтальное масштабирование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Надежность и безопасность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Надежность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99.9% SLA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для защиты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для всех сервисов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106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9163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1.3, JWT токены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(15 min lifetime)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rotation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106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91632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(ADMIN, USER)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Policy-based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457170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952702"/>
            <a:ext cx="7620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(100 req/min), CORS, Input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(80% coverage)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4781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xUnit, Moq, FluentAssertions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8438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07243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для PostgreSQL и Kafka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43810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66670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k6, NBomber для load 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032373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26097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Cypress для frontend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для автоматизации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в integration tests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91063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91632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 .NET Aspire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и Redis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response time, error rates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между сервисами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52204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03041"/>
            <a:ext cx="76200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Централизованное логирование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Dashboards для визуализации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30561"/>
            <a:ext cx="7924800" cy="679549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2510"/>
            <a:ext cx="7924800" cy="679549"/>
          </a:xfrm>
          <a:prstGeom prst="rect">
            <a:avLst/>
          </a:prstGeom>
          <a:solidFill>
            <a:srgbClr val="E9ECE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Communication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782961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portfolio.transactions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965722"/>
            <a:ext cx="777240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Producer: PortfolioService → Consumers: Analytics, Notifications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62000" y="2614910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financial.report.created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797671"/>
            <a:ext cx="777240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Producer: StockCardService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9600" y="3294459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для гарантированной доставки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PortfolioService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/api/v1/portfolios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/api/v1/portfolio-assets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/api/v1/portfolio-assets/{id}/transactions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286955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StockCardService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50555"/>
            <a:ext cx="7620000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/api/stockcard/shares, /bonds, /crypto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Hub: /priceHub (WebSocket)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AnalyticsService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/api/analytics/transactions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/api/analytics/assets/top-bought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/api/analytics/assets/top-sold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286955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50555"/>
            <a:ext cx="7620000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/api/auth/register, /login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/api/auth/refresh, /logout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перспективы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Технические результаты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561"/>
            <a:ext cx="7620000" cy="1385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Микросервисная архитектура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через SignalR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с Kafka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monitoring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3244453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25453"/>
            <a:ext cx="7620000" cy="1385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для прогнозирования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модели для аналитики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активов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B3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7985" y="2011710"/>
            <a:ext cx="452803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64253" y="2865090"/>
            <a:ext cx="8154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2025-12-03T06:59:39Z</dcterms:created>
  <dcterms:modified xsi:type="dcterms:W3CDTF">2025-12-03T06:59:39Z</dcterms:modified>
</cp:coreProperties>
</file>